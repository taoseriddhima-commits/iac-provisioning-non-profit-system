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308" r:id="rId3"/>
    <p:sldId id="310" r:id="rId4"/>
    <p:sldId id="307" r:id="rId5"/>
    <p:sldId id="311" r:id="rId6"/>
    <p:sldId id="315" r:id="rId7"/>
    <p:sldId id="313" r:id="rId8"/>
    <p:sldId id="312" r:id="rId9"/>
    <p:sldId id="316" r:id="rId10"/>
    <p:sldId id="319" r:id="rId11"/>
    <p:sldId id="318" r:id="rId12"/>
    <p:sldId id="317" r:id="rId13"/>
    <p:sldId id="320" r:id="rId14"/>
    <p:sldId id="30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460690-DD74-48E2-B44F-CC4D7C551F73}" v="14" dt="2026-03-16T16:03:37.7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2" autoAdjust="0"/>
    <p:restoredTop sz="95033" autoAdjust="0"/>
  </p:normalViewPr>
  <p:slideViewPr>
    <p:cSldViewPr snapToGrid="0" showGuides="1">
      <p:cViewPr varScale="1">
        <p:scale>
          <a:sx n="59" d="100"/>
          <a:sy n="59" d="100"/>
        </p:scale>
        <p:origin x="160" y="52"/>
      </p:cViewPr>
      <p:guideLst>
        <p:guide orient="horz" pos="2160"/>
        <p:guide pos="3840"/>
      </p:guideLst>
    </p:cSldViewPr>
  </p:slideViewPr>
  <p:notesTextViewPr>
    <p:cViewPr>
      <p:scale>
        <a:sx n="1" d="1"/>
        <a:sy n="1" d="1"/>
      </p:scale>
      <p:origin x="0" y="0"/>
    </p:cViewPr>
  </p:notesTextViewPr>
  <p:notesViewPr>
    <p:cSldViewPr snapToGrid="0" showGuides="1">
      <p:cViewPr varScale="1">
        <p:scale>
          <a:sx n="62" d="100"/>
          <a:sy n="62" d="100"/>
        </p:scale>
        <p:origin x="3154"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ha Tamboli" userId="11f23b7ad9666d77" providerId="LiveId" clId="{24B7A5E5-15B2-4211-B083-E99D1A3EECBB}"/>
    <pc:docChg chg="undo custSel modSld">
      <pc:chgData name="Neha Tamboli" userId="11f23b7ad9666d77" providerId="LiveId" clId="{24B7A5E5-15B2-4211-B083-E99D1A3EECBB}" dt="2026-03-16T16:08:33.873" v="415" actId="1076"/>
      <pc:docMkLst>
        <pc:docMk/>
      </pc:docMkLst>
      <pc:sldChg chg="addSp delSp modSp mod">
        <pc:chgData name="Neha Tamboli" userId="11f23b7ad9666d77" providerId="LiveId" clId="{24B7A5E5-15B2-4211-B083-E99D1A3EECBB}" dt="2026-03-16T15:57:23.108" v="342" actId="20577"/>
        <pc:sldMkLst>
          <pc:docMk/>
          <pc:sldMk cId="340459751" sldId="256"/>
        </pc:sldMkLst>
        <pc:spChg chg="mod">
          <ac:chgData name="Neha Tamboli" userId="11f23b7ad9666d77" providerId="LiveId" clId="{24B7A5E5-15B2-4211-B083-E99D1A3EECBB}" dt="2026-03-16T15:54:05.816" v="77" actId="20577"/>
          <ac:spMkLst>
            <pc:docMk/>
            <pc:sldMk cId="340459751" sldId="256"/>
            <ac:spMk id="2" creationId="{5B4A047D-7384-7188-237B-A0D05A2053FC}"/>
          </ac:spMkLst>
        </pc:spChg>
        <pc:spChg chg="mod">
          <ac:chgData name="Neha Tamboli" userId="11f23b7ad9666d77" providerId="LiveId" clId="{24B7A5E5-15B2-4211-B083-E99D1A3EECBB}" dt="2026-03-16T15:52:56.594" v="72" actId="20577"/>
          <ac:spMkLst>
            <pc:docMk/>
            <pc:sldMk cId="340459751" sldId="256"/>
            <ac:spMk id="4" creationId="{80E84AE0-ED59-4B7A-82F9-3F70204B9848}"/>
          </ac:spMkLst>
        </pc:spChg>
        <pc:spChg chg="mod">
          <ac:chgData name="Neha Tamboli" userId="11f23b7ad9666d77" providerId="LiveId" clId="{24B7A5E5-15B2-4211-B083-E99D1A3EECBB}" dt="2026-03-16T15:54:45.620" v="164" actId="20577"/>
          <ac:spMkLst>
            <pc:docMk/>
            <pc:sldMk cId="340459751" sldId="256"/>
            <ac:spMk id="5" creationId="{80E84AE0-ED59-4B7A-82F9-3F70204B9848}"/>
          </ac:spMkLst>
        </pc:spChg>
        <pc:spChg chg="mod">
          <ac:chgData name="Neha Tamboli" userId="11f23b7ad9666d77" providerId="LiveId" clId="{24B7A5E5-15B2-4211-B083-E99D1A3EECBB}" dt="2026-03-16T15:52:38.679" v="66" actId="1076"/>
          <ac:spMkLst>
            <pc:docMk/>
            <pc:sldMk cId="340459751" sldId="256"/>
            <ac:spMk id="6" creationId="{51477A8F-45B7-CE29-2218-1E7F2B44642F}"/>
          </ac:spMkLst>
        </pc:spChg>
        <pc:spChg chg="mod">
          <ac:chgData name="Neha Tamboli" userId="11f23b7ad9666d77" providerId="LiveId" clId="{24B7A5E5-15B2-4211-B083-E99D1A3EECBB}" dt="2026-03-16T15:57:23.108" v="342" actId="20577"/>
          <ac:spMkLst>
            <pc:docMk/>
            <pc:sldMk cId="340459751" sldId="256"/>
            <ac:spMk id="8" creationId="{80E84AE0-ED59-4B7A-82F9-3F70204B9848}"/>
          </ac:spMkLst>
        </pc:spChg>
        <pc:graphicFrameChg chg="add del mod modGraphic">
          <ac:chgData name="Neha Tamboli" userId="11f23b7ad9666d77" providerId="LiveId" clId="{24B7A5E5-15B2-4211-B083-E99D1A3EECBB}" dt="2026-03-16T15:56:37.393" v="307" actId="478"/>
          <ac:graphicFrameMkLst>
            <pc:docMk/>
            <pc:sldMk cId="340459751" sldId="256"/>
            <ac:graphicFrameMk id="3" creationId="{FD130410-3C4E-6169-E8A7-E6D243366A75}"/>
          </ac:graphicFrameMkLst>
        </pc:graphicFrameChg>
      </pc:sldChg>
      <pc:sldChg chg="modSp mod">
        <pc:chgData name="Neha Tamboli" userId="11f23b7ad9666d77" providerId="LiveId" clId="{24B7A5E5-15B2-4211-B083-E99D1A3EECBB}" dt="2026-03-16T16:02:41.704" v="391" actId="113"/>
        <pc:sldMkLst>
          <pc:docMk/>
          <pc:sldMk cId="3565859936" sldId="307"/>
        </pc:sldMkLst>
        <pc:spChg chg="mod">
          <ac:chgData name="Neha Tamboli" userId="11f23b7ad9666d77" providerId="LiveId" clId="{24B7A5E5-15B2-4211-B083-E99D1A3EECBB}" dt="2026-03-16T15:51:54.891" v="18" actId="27636"/>
          <ac:spMkLst>
            <pc:docMk/>
            <pc:sldMk cId="3565859936" sldId="307"/>
            <ac:spMk id="2" creationId="{00000000-0000-0000-0000-000000000000}"/>
          </ac:spMkLst>
        </pc:spChg>
        <pc:spChg chg="mod">
          <ac:chgData name="Neha Tamboli" userId="11f23b7ad9666d77" providerId="LiveId" clId="{24B7A5E5-15B2-4211-B083-E99D1A3EECBB}" dt="2026-03-16T16:02:41.704" v="391" actId="113"/>
          <ac:spMkLst>
            <pc:docMk/>
            <pc:sldMk cId="3565859936" sldId="307"/>
            <ac:spMk id="3" creationId="{00000000-0000-0000-0000-000000000000}"/>
          </ac:spMkLst>
        </pc:spChg>
      </pc:sldChg>
      <pc:sldChg chg="modSp mod">
        <pc:chgData name="Neha Tamboli" userId="11f23b7ad9666d77" providerId="LiveId" clId="{24B7A5E5-15B2-4211-B083-E99D1A3EECBB}" dt="2026-03-16T15:58:30.363" v="352" actId="123"/>
        <pc:sldMkLst>
          <pc:docMk/>
          <pc:sldMk cId="3009510719" sldId="308"/>
        </pc:sldMkLst>
        <pc:spChg chg="mod">
          <ac:chgData name="Neha Tamboli" userId="11f23b7ad9666d77" providerId="LiveId" clId="{24B7A5E5-15B2-4211-B083-E99D1A3EECBB}" dt="2026-03-16T15:58:30.363" v="352" actId="123"/>
          <ac:spMkLst>
            <pc:docMk/>
            <pc:sldMk cId="3009510719" sldId="308"/>
            <ac:spMk id="3" creationId="{00000000-0000-0000-0000-000000000000}"/>
          </ac:spMkLst>
        </pc:spChg>
      </pc:sldChg>
      <pc:sldChg chg="modSp mod">
        <pc:chgData name="Neha Tamboli" userId="11f23b7ad9666d77" providerId="LiveId" clId="{24B7A5E5-15B2-4211-B083-E99D1A3EECBB}" dt="2026-03-16T15:51:54.894" v="19" actId="27636"/>
        <pc:sldMkLst>
          <pc:docMk/>
          <pc:sldMk cId="2839227641" sldId="309"/>
        </pc:sldMkLst>
        <pc:spChg chg="mod">
          <ac:chgData name="Neha Tamboli" userId="11f23b7ad9666d77" providerId="LiveId" clId="{24B7A5E5-15B2-4211-B083-E99D1A3EECBB}" dt="2026-03-16T15:51:54.894" v="19" actId="27636"/>
          <ac:spMkLst>
            <pc:docMk/>
            <pc:sldMk cId="2839227641" sldId="309"/>
            <ac:spMk id="2" creationId="{00000000-0000-0000-0000-000000000000}"/>
          </ac:spMkLst>
        </pc:spChg>
      </pc:sldChg>
      <pc:sldChg chg="modSp mod">
        <pc:chgData name="Neha Tamboli" userId="11f23b7ad9666d77" providerId="LiveId" clId="{24B7A5E5-15B2-4211-B083-E99D1A3EECBB}" dt="2026-03-16T16:00:47.482" v="356" actId="123"/>
        <pc:sldMkLst>
          <pc:docMk/>
          <pc:sldMk cId="1936670783" sldId="310"/>
        </pc:sldMkLst>
        <pc:spChg chg="mod">
          <ac:chgData name="Neha Tamboli" userId="11f23b7ad9666d77" providerId="LiveId" clId="{24B7A5E5-15B2-4211-B083-E99D1A3EECBB}" dt="2026-03-16T16:00:47.482" v="356" actId="123"/>
          <ac:spMkLst>
            <pc:docMk/>
            <pc:sldMk cId="1936670783" sldId="310"/>
            <ac:spMk id="3" creationId="{F8135D85-2CA4-FF17-CEBA-911BE031A9E5}"/>
          </ac:spMkLst>
        </pc:spChg>
      </pc:sldChg>
      <pc:sldChg chg="modSp mod">
        <pc:chgData name="Neha Tamboli" userId="11f23b7ad9666d77" providerId="LiveId" clId="{24B7A5E5-15B2-4211-B083-E99D1A3EECBB}" dt="2026-03-16T16:03:23.119" v="400" actId="113"/>
        <pc:sldMkLst>
          <pc:docMk/>
          <pc:sldMk cId="145816687" sldId="311"/>
        </pc:sldMkLst>
        <pc:spChg chg="mod">
          <ac:chgData name="Neha Tamboli" userId="11f23b7ad9666d77" providerId="LiveId" clId="{24B7A5E5-15B2-4211-B083-E99D1A3EECBB}" dt="2026-03-16T16:03:23.119" v="400" actId="113"/>
          <ac:spMkLst>
            <pc:docMk/>
            <pc:sldMk cId="145816687" sldId="311"/>
            <ac:spMk id="3" creationId="{A375EF4B-3FAC-7C12-7A54-FDC185F9072E}"/>
          </ac:spMkLst>
        </pc:spChg>
      </pc:sldChg>
      <pc:sldChg chg="addSp delSp modSp mod">
        <pc:chgData name="Neha Tamboli" userId="11f23b7ad9666d77" providerId="LiveId" clId="{24B7A5E5-15B2-4211-B083-E99D1A3EECBB}" dt="2026-03-16T16:08:33.873" v="415" actId="1076"/>
        <pc:sldMkLst>
          <pc:docMk/>
          <pc:sldMk cId="2500020235" sldId="312"/>
        </pc:sldMkLst>
        <pc:picChg chg="del">
          <ac:chgData name="Neha Tamboli" userId="11f23b7ad9666d77" providerId="LiveId" clId="{24B7A5E5-15B2-4211-B083-E99D1A3EECBB}" dt="2026-03-16T16:08:16.381" v="411" actId="478"/>
          <ac:picMkLst>
            <pc:docMk/>
            <pc:sldMk cId="2500020235" sldId="312"/>
            <ac:picMk id="6" creationId="{F3E23DAA-A2FF-0C04-D141-5E08482593BF}"/>
          </ac:picMkLst>
        </pc:picChg>
        <pc:picChg chg="add mod modCrop">
          <ac:chgData name="Neha Tamboli" userId="11f23b7ad9666d77" providerId="LiveId" clId="{24B7A5E5-15B2-4211-B083-E99D1A3EECBB}" dt="2026-03-16T16:08:33.873" v="415" actId="1076"/>
          <ac:picMkLst>
            <pc:docMk/>
            <pc:sldMk cId="2500020235" sldId="312"/>
            <ac:picMk id="7" creationId="{63121D74-BE69-E3E1-623B-EAD3A2A588E2}"/>
          </ac:picMkLst>
        </pc:picChg>
      </pc:sldChg>
      <pc:sldChg chg="addSp delSp modSp mod">
        <pc:chgData name="Neha Tamboli" userId="11f23b7ad9666d77" providerId="LiveId" clId="{24B7A5E5-15B2-4211-B083-E99D1A3EECBB}" dt="2026-03-16T16:05:36.182" v="410" actId="14100"/>
        <pc:sldMkLst>
          <pc:docMk/>
          <pc:sldMk cId="1155330522" sldId="313"/>
        </pc:sldMkLst>
        <pc:spChg chg="add mod">
          <ac:chgData name="Neha Tamboli" userId="11f23b7ad9666d77" providerId="LiveId" clId="{24B7A5E5-15B2-4211-B083-E99D1A3EECBB}" dt="2026-03-16T16:05:27.870" v="408" actId="478"/>
          <ac:spMkLst>
            <pc:docMk/>
            <pc:sldMk cId="1155330522" sldId="313"/>
            <ac:spMk id="5" creationId="{39B47DE0-C97E-6632-1838-A3D1EF5F3247}"/>
          </ac:spMkLst>
        </pc:spChg>
        <pc:picChg chg="add mod">
          <ac:chgData name="Neha Tamboli" userId="11f23b7ad9666d77" providerId="LiveId" clId="{24B7A5E5-15B2-4211-B083-E99D1A3EECBB}" dt="2026-03-16T16:05:36.182" v="410" actId="14100"/>
          <ac:picMkLst>
            <pc:docMk/>
            <pc:sldMk cId="1155330522" sldId="313"/>
            <ac:picMk id="7" creationId="{7ACECAA2-96D6-646F-2582-CA27922FB3E4}"/>
          </ac:picMkLst>
        </pc:picChg>
        <pc:picChg chg="del">
          <ac:chgData name="Neha Tamboli" userId="11f23b7ad9666d77" providerId="LiveId" clId="{24B7A5E5-15B2-4211-B083-E99D1A3EECBB}" dt="2026-03-16T16:05:27.870" v="408" actId="478"/>
          <ac:picMkLst>
            <pc:docMk/>
            <pc:sldMk cId="1155330522" sldId="313"/>
            <ac:picMk id="8" creationId="{C6DA3152-F60B-C822-8B4D-5E39DA2A7F51}"/>
          </ac:picMkLst>
        </pc:picChg>
      </pc:sldChg>
      <pc:sldChg chg="modSp mod">
        <pc:chgData name="Neha Tamboli" userId="11f23b7ad9666d77" providerId="LiveId" clId="{24B7A5E5-15B2-4211-B083-E99D1A3EECBB}" dt="2026-03-16T16:03:57.075" v="407" actId="113"/>
        <pc:sldMkLst>
          <pc:docMk/>
          <pc:sldMk cId="286746437" sldId="315"/>
        </pc:sldMkLst>
        <pc:spChg chg="mod">
          <ac:chgData name="Neha Tamboli" userId="11f23b7ad9666d77" providerId="LiveId" clId="{24B7A5E5-15B2-4211-B083-E99D1A3EECBB}" dt="2026-03-16T16:03:57.075" v="407" actId="113"/>
          <ac:spMkLst>
            <pc:docMk/>
            <pc:sldMk cId="286746437" sldId="315"/>
            <ac:spMk id="3" creationId="{AFAD9D29-813B-C38B-6AE6-C54853CC2DE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84737E3-B7EF-C36D-3F40-4539A7E3D4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E193C-EA0C-9D29-0505-F3E10B918A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120A3A-57DF-4E27-A938-C9CB18371920}" type="datetimeFigureOut">
              <a:rPr lang="en-US" smtClean="0"/>
              <a:t>3/16/2026</a:t>
            </a:fld>
            <a:endParaRPr lang="en-US"/>
          </a:p>
        </p:txBody>
      </p:sp>
      <p:sp>
        <p:nvSpPr>
          <p:cNvPr id="4" name="Footer Placeholder 3">
            <a:extLst>
              <a:ext uri="{FF2B5EF4-FFF2-40B4-BE49-F238E27FC236}">
                <a16:creationId xmlns:a16="http://schemas.microsoft.com/office/drawing/2014/main" id="{4386EEDC-13CE-28A8-E844-DC63E59B7E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C35EE97-51CE-81BD-B5CD-D9814F3824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0D7A73-8F03-409A-BE31-6E23BC7710C5}" type="slidenum">
              <a:rPr lang="en-US" smtClean="0"/>
              <a:t>‹#›</a:t>
            </a:fld>
            <a:endParaRPr lang="en-US"/>
          </a:p>
        </p:txBody>
      </p:sp>
    </p:spTree>
    <p:extLst>
      <p:ext uri="{BB962C8B-B14F-4D97-AF65-F5344CB8AC3E}">
        <p14:creationId xmlns:p14="http://schemas.microsoft.com/office/powerpoint/2010/main" val="118059423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05AD8A-73DF-4EB2-BCCF-08F085C123AA}"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42390-4565-48BF-B2BF-3ADAF840DD91}" type="slidenum">
              <a:rPr lang="en-US" smtClean="0"/>
              <a:t>‹#›</a:t>
            </a:fld>
            <a:endParaRPr lang="en-US"/>
          </a:p>
        </p:txBody>
      </p:sp>
    </p:spTree>
    <p:extLst>
      <p:ext uri="{BB962C8B-B14F-4D97-AF65-F5344CB8AC3E}">
        <p14:creationId xmlns:p14="http://schemas.microsoft.com/office/powerpoint/2010/main" val="544017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242390-4565-48BF-B2BF-3ADAF840DD91}" type="slidenum">
              <a:rPr lang="en-US" smtClean="0"/>
              <a:t>1</a:t>
            </a:fld>
            <a:endParaRPr lang="en-US"/>
          </a:p>
        </p:txBody>
      </p:sp>
    </p:spTree>
    <p:extLst>
      <p:ext uri="{BB962C8B-B14F-4D97-AF65-F5344CB8AC3E}">
        <p14:creationId xmlns:p14="http://schemas.microsoft.com/office/powerpoint/2010/main" val="2768547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42390-4565-48BF-B2BF-3ADAF840DD91}" type="slidenum">
              <a:rPr lang="en-US" smtClean="0"/>
              <a:t>7</a:t>
            </a:fld>
            <a:endParaRPr lang="en-US"/>
          </a:p>
        </p:txBody>
      </p:sp>
    </p:spTree>
    <p:extLst>
      <p:ext uri="{BB962C8B-B14F-4D97-AF65-F5344CB8AC3E}">
        <p14:creationId xmlns:p14="http://schemas.microsoft.com/office/powerpoint/2010/main" val="24506903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21B6C1D-9A58-FCFD-FC59-B83B334775B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D82D007B-2D23-25BC-3840-8B44EAE5DA72}"/>
              </a:ext>
            </a:extLst>
          </p:cNvPr>
          <p:cNvSpPr>
            <a:spLocks noGrp="1"/>
          </p:cNvSpPr>
          <p:nvPr>
            <p:ph type="ctrTitle"/>
          </p:nvPr>
        </p:nvSpPr>
        <p:spPr>
          <a:xfrm>
            <a:off x="944880" y="2836506"/>
            <a:ext cx="9598712" cy="1942536"/>
          </a:xfrm>
        </p:spPr>
        <p:txBody>
          <a:bodyPr anchor="b">
            <a:normAutofit/>
          </a:bodyPr>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AD05245-A962-B22A-4DDB-C3B335E6454A}"/>
              </a:ext>
            </a:extLst>
          </p:cNvPr>
          <p:cNvSpPr>
            <a:spLocks noGrp="1"/>
          </p:cNvSpPr>
          <p:nvPr>
            <p:ph type="subTitle" idx="1"/>
          </p:nvPr>
        </p:nvSpPr>
        <p:spPr>
          <a:xfrm>
            <a:off x="944880" y="5108704"/>
            <a:ext cx="9144000" cy="605502"/>
          </a:xfrm>
        </p:spPr>
        <p:txBody>
          <a:bodyPr>
            <a:normAutofit/>
          </a:bodyPr>
          <a:lstStyle>
            <a:lvl1pPr marL="0" indent="0" algn="l">
              <a:buNone/>
              <a:defRPr sz="36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4880" y="1041399"/>
            <a:ext cx="3151259" cy="686813"/>
          </a:xfrm>
          <a:prstGeom prst="rect">
            <a:avLst/>
          </a:prstGeom>
        </p:spPr>
      </p:pic>
      <p:pic>
        <p:nvPicPr>
          <p:cNvPr id="6" name="Picture 5">
            <a:extLst>
              <a:ext uri="{FF2B5EF4-FFF2-40B4-BE49-F238E27FC236}">
                <a16:creationId xmlns:a16="http://schemas.microsoft.com/office/drawing/2014/main" id="{AC26ABD9-40D7-AA22-F0C1-650D3C21A1D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4880" y="6334744"/>
            <a:ext cx="1725318" cy="365792"/>
          </a:xfrm>
          <a:prstGeom prst="rect">
            <a:avLst/>
          </a:prstGeom>
        </p:spPr>
      </p:pic>
    </p:spTree>
    <p:extLst>
      <p:ext uri="{BB962C8B-B14F-4D97-AF65-F5344CB8AC3E}">
        <p14:creationId xmlns:p14="http://schemas.microsoft.com/office/powerpoint/2010/main" val="1716759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8D5A62-614B-2D12-4D2F-EBF4440B03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303836C-3920-B8E1-6601-C5C5446BEA1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07DDB8D-FC27-13BF-343B-91B6E648E7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837FC482-F850-8020-F4D8-5B9804E9BE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4641A13F-9C9A-7798-CC1C-CE523E7B96E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178AA40A-965E-4A63-9800-522E13EEDAAE}"/>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pic>
        <p:nvPicPr>
          <p:cNvPr id="7" name="Picture 6">
            <a:extLst>
              <a:ext uri="{FF2B5EF4-FFF2-40B4-BE49-F238E27FC236}">
                <a16:creationId xmlns:a16="http://schemas.microsoft.com/office/drawing/2014/main" id="{4180655E-9533-1F3E-EE1F-400B7CC42A23}"/>
              </a:ext>
            </a:extLst>
          </p:cNvPr>
          <p:cNvPicPr>
            <a:picLocks noChangeAspect="1"/>
          </p:cNvPicPr>
          <p:nvPr userDrawn="1"/>
        </p:nvPicPr>
        <p:blipFill>
          <a:blip r:embed="rId6" cstate="print">
            <a:alphaModFix amt="20000"/>
            <a:extLst>
              <a:ext uri="{28A0092B-C50C-407E-A947-70E740481C1C}">
                <a14:useLocalDpi xmlns:a14="http://schemas.microsoft.com/office/drawing/2010/main" val="0"/>
              </a:ext>
            </a:extLst>
          </a:blip>
          <a:srcRect t="911" r="25323" b="911"/>
          <a:stretch/>
        </p:blipFill>
        <p:spPr>
          <a:xfrm>
            <a:off x="0" y="0"/>
            <a:ext cx="12164007" cy="6858000"/>
          </a:xfrm>
          <a:prstGeom prst="rect">
            <a:avLst/>
          </a:prstGeom>
        </p:spPr>
      </p:pic>
      <p:sp>
        <p:nvSpPr>
          <p:cNvPr id="9" name="Rectangle 8">
            <a:extLst>
              <a:ext uri="{FF2B5EF4-FFF2-40B4-BE49-F238E27FC236}">
                <a16:creationId xmlns:a16="http://schemas.microsoft.com/office/drawing/2014/main" id="{B0563A23-3EFF-38EB-A383-397C48DB7BBD}"/>
              </a:ext>
            </a:extLst>
          </p:cNvPr>
          <p:cNvSpPr/>
          <p:nvPr userDrawn="1"/>
        </p:nvSpPr>
        <p:spPr>
          <a:xfrm>
            <a:off x="0" y="0"/>
            <a:ext cx="346364" cy="4219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A32BE1-F42E-110C-83BF-0ACBAA7288E6}"/>
              </a:ext>
            </a:extLst>
          </p:cNvPr>
          <p:cNvSpPr/>
          <p:nvPr userDrawn="1"/>
        </p:nvSpPr>
        <p:spPr>
          <a:xfrm>
            <a:off x="0" y="4219720"/>
            <a:ext cx="346364" cy="263827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06C126F-E72F-28EC-ED77-1AAD54999D83}"/>
              </a:ext>
            </a:extLst>
          </p:cNvPr>
          <p:cNvCxnSpPr/>
          <p:nvPr userDrawn="1"/>
        </p:nvCxnSpPr>
        <p:spPr>
          <a:xfrm>
            <a:off x="914400" y="6280030"/>
            <a:ext cx="1863306"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4359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5CB1EB-93F5-153E-4764-E6319385D9E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094E9C18-36D4-1EE7-007E-6520B516FDCB}"/>
              </a:ext>
            </a:extLst>
          </p:cNvPr>
          <p:cNvSpPr>
            <a:spLocks noGrp="1"/>
          </p:cNvSpPr>
          <p:nvPr>
            <p:ph type="title"/>
          </p:nvPr>
        </p:nvSpPr>
        <p:spPr>
          <a:xfrm>
            <a:off x="831850" y="1709738"/>
            <a:ext cx="10515600" cy="2852737"/>
          </a:xfrm>
        </p:spPr>
        <p:txBody>
          <a:bodyPr anchor="b"/>
          <a:lstStyle>
            <a:lvl1pPr>
              <a:defRPr sz="6000">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2F4AB9D-F129-1D0A-3F18-30A01E3CCC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F9D8542C-570A-B982-EE49-D7BE0A03C9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79EF8714-2E62-9E33-0635-B316E158ECA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56914BD-BC5D-E404-E474-87D0704C84E1}"/>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1595868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17A5C9C-15EB-E01C-A21A-71D8E8B7B4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27D6001B-3DD9-17F0-8DD5-9C726E119CB1}"/>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0DF940-4841-13C0-050D-C893010CE0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A22BF0-4C09-EE31-F1E7-CE5F45A8AA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A4F9AE5F-CE26-D80C-F042-86377F8A6D7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7" name="Graphic 6">
            <a:extLst>
              <a:ext uri="{FF2B5EF4-FFF2-40B4-BE49-F238E27FC236}">
                <a16:creationId xmlns:a16="http://schemas.microsoft.com/office/drawing/2014/main" id="{622AC294-F3E3-1F24-5352-81AB4060EBF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68E6FF1-74DD-DB97-8000-750655DC310A}"/>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19039341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D3521FE-8074-3AEE-08BB-863228D4A20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5B4051E9-43BD-C793-F812-C8B2D5C7511A}"/>
              </a:ext>
            </a:extLst>
          </p:cNvPr>
          <p:cNvSpPr>
            <a:spLocks noGrp="1"/>
          </p:cNvSpPr>
          <p:nvPr>
            <p:ph type="title"/>
          </p:nvPr>
        </p:nvSpPr>
        <p:spPr>
          <a:xfrm>
            <a:off x="839788" y="365125"/>
            <a:ext cx="10515600" cy="1325563"/>
          </a:xfrm>
        </p:spPr>
        <p:txBody>
          <a:bodyPr/>
          <a:lstStyle>
            <a:lvl1pPr>
              <a:defRPr>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70F60C-4123-6B76-0C69-9257E0884C80}"/>
              </a:ext>
            </a:extLst>
          </p:cNvPr>
          <p:cNvSpPr>
            <a:spLocks noGrp="1"/>
          </p:cNvSpPr>
          <p:nvPr>
            <p:ph type="body" idx="1"/>
          </p:nvPr>
        </p:nvSpPr>
        <p:spPr>
          <a:xfrm>
            <a:off x="839788" y="1681163"/>
            <a:ext cx="5157787"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B28564-DC70-E696-0B34-9B756C5B4D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1411CD-ADCF-8C75-C21B-9C8189CDDC58}"/>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A3D30F-8257-0773-224C-A80FD7DCC3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784CB09F-AA67-425D-8664-92FF321FB4E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8" name="Graphic 7">
            <a:extLst>
              <a:ext uri="{FF2B5EF4-FFF2-40B4-BE49-F238E27FC236}">
                <a16:creationId xmlns:a16="http://schemas.microsoft.com/office/drawing/2014/main" id="{D9773CB4-AA79-2B87-C13D-416A1743F26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9" name="Slide Number Placeholder 5">
            <a:extLst>
              <a:ext uri="{FF2B5EF4-FFF2-40B4-BE49-F238E27FC236}">
                <a16:creationId xmlns:a16="http://schemas.microsoft.com/office/drawing/2014/main" id="{951C8CC7-5103-852D-2638-5633A716F9E0}"/>
              </a:ext>
            </a:extLst>
          </p:cNvPr>
          <p:cNvSpPr>
            <a:spLocks noGrp="1"/>
          </p:cNvSpPr>
          <p:nvPr>
            <p:ph type="sldNum" sz="quarter" idx="10"/>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572414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C190A96-BFCE-EFBD-CCDA-D7646C83B4C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D80C1EC-5C4F-4BB4-1D23-1BB6D97E2B04}"/>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pic>
        <p:nvPicPr>
          <p:cNvPr id="3" name="Picture 2">
            <a:extLst>
              <a:ext uri="{FF2B5EF4-FFF2-40B4-BE49-F238E27FC236}">
                <a16:creationId xmlns:a16="http://schemas.microsoft.com/office/drawing/2014/main" id="{2ACC1866-2580-DF83-1482-67DBCC2EA1E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4" name="Graphic 3">
            <a:extLst>
              <a:ext uri="{FF2B5EF4-FFF2-40B4-BE49-F238E27FC236}">
                <a16:creationId xmlns:a16="http://schemas.microsoft.com/office/drawing/2014/main" id="{06928A15-0FAE-3D7A-BE88-D42ED256BE3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03D672C-222C-01AE-E0B6-93D6FE1ABD79}"/>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5600925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B72897-6F99-23F4-62FA-97B44DE86C6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pic>
        <p:nvPicPr>
          <p:cNvPr id="2" name="Picture 1">
            <a:extLst>
              <a:ext uri="{FF2B5EF4-FFF2-40B4-BE49-F238E27FC236}">
                <a16:creationId xmlns:a16="http://schemas.microsoft.com/office/drawing/2014/main" id="{1B4B1E94-09C1-BD0F-9C7D-EA10237B86C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3" name="Graphic 2">
            <a:extLst>
              <a:ext uri="{FF2B5EF4-FFF2-40B4-BE49-F238E27FC236}">
                <a16:creationId xmlns:a16="http://schemas.microsoft.com/office/drawing/2014/main" id="{12804975-758F-47E4-93AA-69CA818075B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4" name="Slide Number Placeholder 5">
            <a:extLst>
              <a:ext uri="{FF2B5EF4-FFF2-40B4-BE49-F238E27FC236}">
                <a16:creationId xmlns:a16="http://schemas.microsoft.com/office/drawing/2014/main" id="{E3EE3F8D-94C6-6090-7F45-0140F68D96F7}"/>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8090301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A1E715-A3C2-1062-72BA-AA6101EFDBA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3C33B173-896D-3270-D196-9EA3CDED3908}"/>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E64532D-27C9-84A8-A21E-F55F542623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009652A-3B8E-D6FE-0C51-AD79BCB11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FA6FED96-33F4-AE85-1943-38B458CA6CC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76CCEDC5-EC77-FE15-57BB-7AAC4B53333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D09DCED4-9B61-CDC1-9F25-4418EED76E26}"/>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20673393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F93E89-EC43-508C-91D2-FE01949F0ED8}"/>
              </a:ext>
            </a:extLst>
          </p:cNvPr>
          <p:cNvSpPr/>
          <p:nvPr userDrawn="1"/>
        </p:nvSpPr>
        <p:spPr>
          <a:xfrm>
            <a:off x="5076825" y="885825"/>
            <a:ext cx="6275387" cy="498316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EC8168B-13D2-605D-EF13-8460F434101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0864C21-F58A-694E-BDDF-DDA23E0F92EA}"/>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B5008F3-14EF-C275-5009-54A6C0948E96}"/>
              </a:ext>
            </a:extLst>
          </p:cNvPr>
          <p:cNvSpPr>
            <a:spLocks noGrp="1"/>
          </p:cNvSpPr>
          <p:nvPr>
            <p:ph type="pic" idx="1"/>
          </p:nvPr>
        </p:nvSpPr>
        <p:spPr>
          <a:xfrm>
            <a:off x="5183188" y="987426"/>
            <a:ext cx="6065837" cy="4737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9828B4C-F206-DE18-A860-B2259AF8DF8F}"/>
              </a:ext>
            </a:extLst>
          </p:cNvPr>
          <p:cNvSpPr>
            <a:spLocks noGrp="1"/>
          </p:cNvSpPr>
          <p:nvPr>
            <p:ph type="body" sz="half" idx="2"/>
          </p:nvPr>
        </p:nvSpPr>
        <p:spPr>
          <a:xfrm>
            <a:off x="839788" y="1578718"/>
            <a:ext cx="3932237" cy="429026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1050AA15-91AB-ED53-47E2-7B26433444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6C2B2FDC-3E39-80E3-47A9-F14E0B22DB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FA1E7417-7698-6DAD-F799-E94ADF9A91E0}"/>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9561208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68AD05-1982-0DF0-DB84-69992E3B47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D0D3381-9A33-CDE6-A465-39D508AD737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9A21791-0209-93DE-4383-04DAF66454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3A507BB1-3659-8D23-FA89-EA4F4D60D67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DA12D315-2DC9-AE52-4820-DBFE1FD82AA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E0BA133-188F-1018-3011-9894D2759E33}"/>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2703659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6172AF-7DA8-B4AB-77FD-93C3CDDBF7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Vertical Title 1">
            <a:extLst>
              <a:ext uri="{FF2B5EF4-FFF2-40B4-BE49-F238E27FC236}">
                <a16:creationId xmlns:a16="http://schemas.microsoft.com/office/drawing/2014/main" id="{80514317-5D4A-3C1D-4027-E4A77FCE8B28}"/>
              </a:ext>
            </a:extLst>
          </p:cNvPr>
          <p:cNvSpPr>
            <a:spLocks noGrp="1"/>
          </p:cNvSpPr>
          <p:nvPr>
            <p:ph type="title" orient="vert"/>
          </p:nvPr>
        </p:nvSpPr>
        <p:spPr>
          <a:xfrm>
            <a:off x="8724900" y="365125"/>
            <a:ext cx="2628900" cy="5811838"/>
          </a:xfrm>
        </p:spPr>
        <p:txBody>
          <a:bodyPr vert="eaVert"/>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94BE6995-F9A4-0689-FA08-AC65CBECF2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04AF2B0-44DA-FC23-665D-75C23412D4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1EBA1BCB-5D76-4F42-E4D9-407309BC6F3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A9CA00D-4A52-8A7A-BE74-13E98B5DA635}"/>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4118767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hidden="1">
            <a:extLst>
              <a:ext uri="{FF2B5EF4-FFF2-40B4-BE49-F238E27FC236}">
                <a16:creationId xmlns:a16="http://schemas.microsoft.com/office/drawing/2014/main" id="{121B6C1D-9A58-FCFD-FC59-B83B334775B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34796"/>
            <a:ext cx="12192000" cy="6857998"/>
          </a:xfrm>
          <a:prstGeom prst="rect">
            <a:avLst/>
          </a:prstGeom>
        </p:spPr>
      </p:pic>
      <p:pic>
        <p:nvPicPr>
          <p:cNvPr id="19" name="Graphic 18">
            <a:extLst>
              <a:ext uri="{FF2B5EF4-FFF2-40B4-BE49-F238E27FC236}">
                <a16:creationId xmlns:a16="http://schemas.microsoft.com/office/drawing/2014/main" id="{1C00A59F-5699-FFEC-05E4-084B9D01F50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2362" y="3032254"/>
            <a:ext cx="342035" cy="376238"/>
          </a:xfrm>
          <a:prstGeom prst="rect">
            <a:avLst/>
          </a:prstGeom>
        </p:spPr>
      </p:pic>
      <p:pic>
        <p:nvPicPr>
          <p:cNvPr id="21" name="Graphic 20">
            <a:extLst>
              <a:ext uri="{FF2B5EF4-FFF2-40B4-BE49-F238E27FC236}">
                <a16:creationId xmlns:a16="http://schemas.microsoft.com/office/drawing/2014/main" id="{572AEE09-A5AD-AA06-48E6-898E033BA94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779" y="3926565"/>
            <a:ext cx="307200" cy="384000"/>
          </a:xfrm>
          <a:prstGeom prst="rect">
            <a:avLst/>
          </a:prstGeom>
        </p:spPr>
      </p:pic>
      <p:pic>
        <p:nvPicPr>
          <p:cNvPr id="23" name="Graphic 22">
            <a:extLst>
              <a:ext uri="{FF2B5EF4-FFF2-40B4-BE49-F238E27FC236}">
                <a16:creationId xmlns:a16="http://schemas.microsoft.com/office/drawing/2014/main" id="{A01C56E0-4FF4-A49E-65BE-5A1BF232E4D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60775" y="4758611"/>
            <a:ext cx="405209" cy="405209"/>
          </a:xfrm>
          <a:prstGeom prst="rect">
            <a:avLst/>
          </a:prstGeom>
        </p:spPr>
      </p:pic>
      <p:pic>
        <p:nvPicPr>
          <p:cNvPr id="27" name="Graphic 26">
            <a:extLst>
              <a:ext uri="{FF2B5EF4-FFF2-40B4-BE49-F238E27FC236}">
                <a16:creationId xmlns:a16="http://schemas.microsoft.com/office/drawing/2014/main" id="{CDEF55D3-82EA-2BAF-B8BF-6C8795BCED9F}"/>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109779" y="5676372"/>
            <a:ext cx="3172854" cy="376042"/>
          </a:xfrm>
          <a:prstGeom prst="rect">
            <a:avLst/>
          </a:prstGeom>
        </p:spPr>
      </p:pic>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944880" y="1041399"/>
            <a:ext cx="4760571" cy="1037560"/>
          </a:xfrm>
          <a:prstGeom prst="rect">
            <a:avLst/>
          </a:prstGeom>
        </p:spPr>
      </p:pic>
      <p:sp>
        <p:nvSpPr>
          <p:cNvPr id="6" name="Subtitle 2">
            <a:extLst>
              <a:ext uri="{FF2B5EF4-FFF2-40B4-BE49-F238E27FC236}">
                <a16:creationId xmlns:a16="http://schemas.microsoft.com/office/drawing/2014/main" id="{659A0B0B-6155-1E7E-4087-A0497CBDBD27}"/>
              </a:ext>
            </a:extLst>
          </p:cNvPr>
          <p:cNvSpPr txBox="1">
            <a:spLocks/>
          </p:cNvSpPr>
          <p:nvPr userDrawn="1"/>
        </p:nvSpPr>
        <p:spPr>
          <a:xfrm>
            <a:off x="1628774" y="3921043"/>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0731 3111500, 0731 3111501 </a:t>
            </a:r>
          </a:p>
        </p:txBody>
      </p:sp>
      <p:sp>
        <p:nvSpPr>
          <p:cNvPr id="7" name="Subtitle 2">
            <a:extLst>
              <a:ext uri="{FF2B5EF4-FFF2-40B4-BE49-F238E27FC236}">
                <a16:creationId xmlns:a16="http://schemas.microsoft.com/office/drawing/2014/main" id="{AC9BAA4C-4941-92F4-0508-9A086B1782D0}"/>
              </a:ext>
            </a:extLst>
          </p:cNvPr>
          <p:cNvSpPr txBox="1">
            <a:spLocks/>
          </p:cNvSpPr>
          <p:nvPr userDrawn="1"/>
        </p:nvSpPr>
        <p:spPr>
          <a:xfrm>
            <a:off x="1628774" y="4797553"/>
            <a:ext cx="8407400" cy="405209"/>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www.medicaps.ac.in</a:t>
            </a:r>
          </a:p>
        </p:txBody>
      </p:sp>
      <p:sp>
        <p:nvSpPr>
          <p:cNvPr id="28" name="Subtitle 2">
            <a:extLst>
              <a:ext uri="{FF2B5EF4-FFF2-40B4-BE49-F238E27FC236}">
                <a16:creationId xmlns:a16="http://schemas.microsoft.com/office/drawing/2014/main" id="{A505A0EF-09C3-A69E-1757-50EC79E03CA8}"/>
              </a:ext>
            </a:extLst>
          </p:cNvPr>
          <p:cNvSpPr txBox="1">
            <a:spLocks/>
          </p:cNvSpPr>
          <p:nvPr userDrawn="1"/>
        </p:nvSpPr>
        <p:spPr>
          <a:xfrm>
            <a:off x="1628774" y="3030245"/>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A.B. Road, </a:t>
            </a:r>
            <a:r>
              <a:rPr lang="en-US" dirty="0" err="1">
                <a:solidFill>
                  <a:schemeClr val="tx1"/>
                </a:solidFill>
              </a:rPr>
              <a:t>Pigdamber</a:t>
            </a:r>
            <a:r>
              <a:rPr lang="en-US" dirty="0">
                <a:solidFill>
                  <a:schemeClr val="tx1"/>
                </a:solidFill>
              </a:rPr>
              <a:t>, Rau, Indore – 453331 </a:t>
            </a:r>
          </a:p>
        </p:txBody>
      </p:sp>
    </p:spTree>
    <p:extLst>
      <p:ext uri="{BB962C8B-B14F-4D97-AF65-F5344CB8AC3E}">
        <p14:creationId xmlns:p14="http://schemas.microsoft.com/office/powerpoint/2010/main" val="1682911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2AB9EE-315E-A59D-7C69-7297198BEC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CD9C6-79F7-5E4F-5997-18FD9FB86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86A633-AE6E-E900-F6C6-2A97DCD18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07FF33C2-41D7-CC19-A386-62E89AE35F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8EF264C-5B54-0AB1-A4A1-B9DE1C365F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599A10-5031-416A-8935-40C3BCBA0AF7}" type="slidenum">
              <a:rPr lang="en-US" smtClean="0"/>
              <a:t>‹#›</a:t>
            </a:fld>
            <a:endParaRPr lang="en-US"/>
          </a:p>
        </p:txBody>
      </p:sp>
    </p:spTree>
    <p:extLst>
      <p:ext uri="{BB962C8B-B14F-4D97-AF65-F5344CB8AC3E}">
        <p14:creationId xmlns:p14="http://schemas.microsoft.com/office/powerpoint/2010/main" val="1043216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047D-7384-7188-237B-A0D05A2053FC}"/>
              </a:ext>
            </a:extLst>
          </p:cNvPr>
          <p:cNvSpPr>
            <a:spLocks noGrp="1"/>
          </p:cNvSpPr>
          <p:nvPr>
            <p:ph type="ctrTitle"/>
          </p:nvPr>
        </p:nvSpPr>
        <p:spPr>
          <a:xfrm>
            <a:off x="1205877" y="3504455"/>
            <a:ext cx="10222697" cy="560439"/>
          </a:xfrm>
        </p:spPr>
        <p:txBody>
          <a:bodyPr>
            <a:normAutofit fontScale="90000"/>
          </a:bodyPr>
          <a:lstStyle/>
          <a:p>
            <a:pPr algn="just"/>
            <a:br>
              <a:rPr lang="en-US" sz="5000" b="1" dirty="0"/>
            </a:br>
            <a:r>
              <a:rPr lang="en-US" sz="3200" dirty="0"/>
              <a:t>Automated Infrastructure Provisioning and Containerized deployment of an AI-Based Non-Profit Support Triage Agent</a:t>
            </a:r>
            <a:endParaRPr lang="en-US" sz="3100" b="1" dirty="0"/>
          </a:p>
        </p:txBody>
      </p:sp>
      <p:sp>
        <p:nvSpPr>
          <p:cNvPr id="4" name="Subtitle 2">
            <a:extLst>
              <a:ext uri="{FF2B5EF4-FFF2-40B4-BE49-F238E27FC236}">
                <a16:creationId xmlns:a16="http://schemas.microsoft.com/office/drawing/2014/main" id="{80E84AE0-ED59-4B7A-82F9-3F70204B9848}"/>
              </a:ext>
            </a:extLst>
          </p:cNvPr>
          <p:cNvSpPr txBox="1">
            <a:spLocks/>
          </p:cNvSpPr>
          <p:nvPr/>
        </p:nvSpPr>
        <p:spPr>
          <a:xfrm>
            <a:off x="4307483" y="4149213"/>
            <a:ext cx="3390633" cy="56043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600" kern="1200">
                <a:solidFill>
                  <a:schemeClr val="bg1"/>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dirty="0"/>
              <a:t>Date:18-03-2026</a:t>
            </a:r>
          </a:p>
        </p:txBody>
      </p:sp>
      <p:sp>
        <p:nvSpPr>
          <p:cNvPr id="5" name="Subtitle 2">
            <a:extLst>
              <a:ext uri="{FF2B5EF4-FFF2-40B4-BE49-F238E27FC236}">
                <a16:creationId xmlns:a16="http://schemas.microsoft.com/office/drawing/2014/main" id="{80E84AE0-ED59-4B7A-82F9-3F70204B9848}"/>
              </a:ext>
            </a:extLst>
          </p:cNvPr>
          <p:cNvSpPr txBox="1">
            <a:spLocks/>
          </p:cNvSpPr>
          <p:nvPr/>
        </p:nvSpPr>
        <p:spPr>
          <a:xfrm>
            <a:off x="533793" y="4876800"/>
            <a:ext cx="1730477" cy="1573161"/>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90000"/>
              </a:lnSpc>
              <a:spcBef>
                <a:spcPts val="1000"/>
              </a:spcBef>
              <a:buFont typeface="Arial" panose="020B0604020202020204" pitchFamily="34" charset="0"/>
              <a:buNone/>
              <a:defRPr sz="3600" kern="1200">
                <a:solidFill>
                  <a:schemeClr val="bg1"/>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b="1" dirty="0"/>
              <a:t>Neha Tamboli</a:t>
            </a:r>
          </a:p>
          <a:p>
            <a:r>
              <a:rPr lang="en-US" sz="2400" b="1" dirty="0"/>
              <a:t>   EN22CS301641</a:t>
            </a:r>
          </a:p>
          <a:p>
            <a:r>
              <a:rPr lang="en-US" sz="2900" b="1" dirty="0"/>
              <a:t>Riddhima </a:t>
            </a:r>
            <a:r>
              <a:rPr lang="en-US" sz="2900" b="1" dirty="0" err="1"/>
              <a:t>Taose</a:t>
            </a:r>
            <a:endParaRPr lang="en-US" sz="2900" b="1" dirty="0"/>
          </a:p>
          <a:p>
            <a:r>
              <a:rPr lang="en-US" sz="2400" b="1" dirty="0"/>
              <a:t>   EN22CS303042</a:t>
            </a:r>
          </a:p>
          <a:p>
            <a:endParaRPr lang="en-US" sz="2400" b="1" dirty="0"/>
          </a:p>
          <a:p>
            <a:endParaRPr lang="en-US" sz="2800" dirty="0"/>
          </a:p>
        </p:txBody>
      </p:sp>
      <p:sp>
        <p:nvSpPr>
          <p:cNvPr id="6" name="Rectangle 5">
            <a:extLst>
              <a:ext uri="{FF2B5EF4-FFF2-40B4-BE49-F238E27FC236}">
                <a16:creationId xmlns:a16="http://schemas.microsoft.com/office/drawing/2014/main" id="{51477A8F-45B7-CE29-2218-1E7F2B44642F}"/>
              </a:ext>
            </a:extLst>
          </p:cNvPr>
          <p:cNvSpPr/>
          <p:nvPr/>
        </p:nvSpPr>
        <p:spPr>
          <a:xfrm>
            <a:off x="763425" y="1923108"/>
            <a:ext cx="10665149" cy="769441"/>
          </a:xfrm>
          <a:prstGeom prst="rect">
            <a:avLst/>
          </a:prstGeom>
          <a:noFill/>
        </p:spPr>
        <p:txBody>
          <a:bodyPr wrap="square" lIns="91440" tIns="45720" rIns="91440" bIns="45720">
            <a:spAutoFit/>
          </a:bodyPr>
          <a:lstStyle/>
          <a:p>
            <a:pPr algn="ctr"/>
            <a:r>
              <a:rPr lang="en-IN" sz="4400" b="1" dirty="0" err="1">
                <a:solidFill>
                  <a:schemeClr val="bg1"/>
                </a:solidFill>
              </a:rPr>
              <a:t>IaC</a:t>
            </a:r>
            <a:r>
              <a:rPr lang="en-IN" sz="4400" b="1" dirty="0">
                <a:solidFill>
                  <a:schemeClr val="bg1"/>
                </a:solidFill>
              </a:rPr>
              <a:t> Provisioning for Non-Profit System</a:t>
            </a:r>
            <a:endParaRPr lang="en-US" sz="4400" b="1" cap="none" spc="0" dirty="0">
              <a:ln w="0"/>
              <a:solidFill>
                <a:schemeClr val="bg1"/>
              </a:solidFill>
              <a:effectLst>
                <a:outerShdw blurRad="38100" dist="19050" dir="2700000" algn="tl" rotWithShape="0">
                  <a:schemeClr val="dk1">
                    <a:alpha val="40000"/>
                  </a:schemeClr>
                </a:outerShdw>
              </a:effectLst>
            </a:endParaRPr>
          </a:p>
        </p:txBody>
      </p:sp>
      <p:sp>
        <p:nvSpPr>
          <p:cNvPr id="8" name="Subtitle 2">
            <a:extLst>
              <a:ext uri="{FF2B5EF4-FFF2-40B4-BE49-F238E27FC236}">
                <a16:creationId xmlns:a16="http://schemas.microsoft.com/office/drawing/2014/main" id="{80E84AE0-ED59-4B7A-82F9-3F70204B9848}"/>
              </a:ext>
            </a:extLst>
          </p:cNvPr>
          <p:cNvSpPr txBox="1">
            <a:spLocks/>
          </p:cNvSpPr>
          <p:nvPr/>
        </p:nvSpPr>
        <p:spPr>
          <a:xfrm>
            <a:off x="9566787" y="4994788"/>
            <a:ext cx="2625213" cy="1966452"/>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90000"/>
              </a:lnSpc>
              <a:spcBef>
                <a:spcPts val="1000"/>
              </a:spcBef>
              <a:buFont typeface="Arial" panose="020B0604020202020204" pitchFamily="34" charset="0"/>
              <a:buNone/>
              <a:defRPr sz="3600" kern="1200">
                <a:solidFill>
                  <a:schemeClr val="bg1"/>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b="1" dirty="0"/>
              <a:t>Uday Patidar</a:t>
            </a:r>
          </a:p>
          <a:p>
            <a:r>
              <a:rPr lang="en-US" sz="2400" b="1" dirty="0"/>
              <a:t>    EN23CS3L1023</a:t>
            </a:r>
          </a:p>
          <a:p>
            <a:r>
              <a:rPr lang="en-US" sz="2900" b="1" dirty="0"/>
              <a:t>Rohan Rawat</a:t>
            </a:r>
          </a:p>
          <a:p>
            <a:r>
              <a:rPr lang="en-US" sz="2400" b="1" dirty="0"/>
              <a:t>    EN23CS3l1026</a:t>
            </a:r>
          </a:p>
          <a:p>
            <a:r>
              <a:rPr lang="en-US" sz="2400" b="1" dirty="0"/>
              <a:t>Naman Dwivedi</a:t>
            </a:r>
          </a:p>
          <a:p>
            <a:r>
              <a:rPr lang="en-US" sz="2400" b="1" dirty="0"/>
              <a:t>    EN22CS301627</a:t>
            </a:r>
          </a:p>
          <a:p>
            <a:endParaRPr lang="en-US" sz="2800" dirty="0"/>
          </a:p>
        </p:txBody>
      </p:sp>
    </p:spTree>
    <p:extLst>
      <p:ext uri="{BB962C8B-B14F-4D97-AF65-F5344CB8AC3E}">
        <p14:creationId xmlns:p14="http://schemas.microsoft.com/office/powerpoint/2010/main" val="340459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4035804" cy="859668"/>
          </a:xfrm>
        </p:spPr>
        <p:txBody>
          <a:bodyPr/>
          <a:lstStyle/>
          <a:p>
            <a:r>
              <a:rPr lang="en-GB" dirty="0"/>
              <a:t>Description </a:t>
            </a:r>
            <a:r>
              <a:rPr lang="en-GB" dirty="0">
                <a:sym typeface="Wingdings" panose="05000000000000000000" pitchFamily="2" charset="2"/>
              </a:rPr>
              <a:t> </a:t>
            </a:r>
            <a:endParaRPr lang="en-IN" dirty="0"/>
          </a:p>
        </p:txBody>
      </p:sp>
      <p:sp>
        <p:nvSpPr>
          <p:cNvPr id="3" name="Content Placeholder 2"/>
          <p:cNvSpPr>
            <a:spLocks noGrp="1"/>
          </p:cNvSpPr>
          <p:nvPr>
            <p:ph idx="1"/>
          </p:nvPr>
        </p:nvSpPr>
        <p:spPr>
          <a:xfrm>
            <a:off x="757177" y="1224794"/>
            <a:ext cx="10393960" cy="5268080"/>
          </a:xfrm>
        </p:spPr>
        <p:txBody>
          <a:bodyPr>
            <a:normAutofit lnSpcReduction="10000"/>
          </a:bodyPr>
          <a:lstStyle/>
          <a:p>
            <a:pPr marL="0" indent="0" algn="just">
              <a:buNone/>
            </a:pPr>
            <a:r>
              <a:rPr lang="en-US" dirty="0"/>
              <a:t>This project focuses on developing and deploying an AI-powered Non-Profit Support Triage System using DevOps practices and Infrastructure as Code principles. The system is designed to automatically analyze and process incoming communication messages from donors, volunteers, and beneficiaries. Using Natural Language Processing and Large Language Models, the application classifies messages based on urgency and intent, extracts important entities such as names or donation amounts, and generates appropriate response drafts. To ensure reliable deployment and consistent system environments, the application is containerized using Docker and orchestrated through Docker Compose and Kubernetes. DevOps tools such as Git and Jenkins or GitHub Actions are used to automate version control, build processes, and deployment pipelines. This approach eliminates manual configuration errors, improves scalability, and enables efficient management of communication workflows in non-profit organizations.</a:t>
            </a:r>
          </a:p>
          <a:p>
            <a:pPr marL="0" indent="0">
              <a:buNone/>
            </a:pPr>
            <a:endParaRPr lang="en-US" dirty="0"/>
          </a:p>
          <a:p>
            <a:endParaRPr lang="en-IN" dirty="0"/>
          </a:p>
        </p:txBody>
      </p:sp>
      <p:sp>
        <p:nvSpPr>
          <p:cNvPr id="4" name="Slide Number Placeholder 3"/>
          <p:cNvSpPr>
            <a:spLocks noGrp="1"/>
          </p:cNvSpPr>
          <p:nvPr>
            <p:ph type="sldNum" sz="quarter" idx="4"/>
          </p:nvPr>
        </p:nvSpPr>
        <p:spPr/>
        <p:txBody>
          <a:bodyPr/>
          <a:lstStyle/>
          <a:p>
            <a:fld id="{94599A10-5031-416A-8935-40C3BCBA0AF7}" type="slidenum">
              <a:rPr lang="en-US" smtClean="0"/>
              <a:pPr/>
              <a:t>2</a:t>
            </a:fld>
            <a:endParaRPr lang="en-US" dirty="0"/>
          </a:p>
        </p:txBody>
      </p:sp>
    </p:spTree>
    <p:extLst>
      <p:ext uri="{BB962C8B-B14F-4D97-AF65-F5344CB8AC3E}">
        <p14:creationId xmlns:p14="http://schemas.microsoft.com/office/powerpoint/2010/main" val="3009510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135D85-2CA4-FF17-CEBA-911BE031A9E5}"/>
              </a:ext>
            </a:extLst>
          </p:cNvPr>
          <p:cNvSpPr>
            <a:spLocks noGrp="1"/>
          </p:cNvSpPr>
          <p:nvPr>
            <p:ph idx="1"/>
          </p:nvPr>
        </p:nvSpPr>
        <p:spPr>
          <a:xfrm>
            <a:off x="808528" y="1059455"/>
            <a:ext cx="10363899" cy="5406482"/>
          </a:xfrm>
        </p:spPr>
        <p:txBody>
          <a:bodyPr>
            <a:normAutofit fontScale="92500"/>
          </a:bodyPr>
          <a:lstStyle/>
          <a:p>
            <a:pPr algn="just"/>
            <a:r>
              <a:rPr lang="en-US" b="1" dirty="0"/>
              <a:t>Builds and Package:</a:t>
            </a:r>
            <a:r>
              <a:rPr lang="en-US" dirty="0"/>
              <a:t> Use a multi-stage </a:t>
            </a:r>
            <a:r>
              <a:rPr lang="en-US" dirty="0" err="1"/>
              <a:t>Dockerfile</a:t>
            </a:r>
            <a:r>
              <a:rPr lang="en-US" dirty="0"/>
              <a:t> to create a lightweight, secure, and optimized container image for the AI-powered Non-Profit Support Triage application, including the </a:t>
            </a:r>
            <a:r>
              <a:rPr lang="en-US" dirty="0" err="1"/>
              <a:t>Streamlit</a:t>
            </a:r>
            <a:r>
              <a:rPr lang="en-US" dirty="0"/>
              <a:t> interface and AI processing modules.</a:t>
            </a:r>
          </a:p>
          <a:p>
            <a:pPr algn="just"/>
            <a:r>
              <a:rPr lang="en-US" b="1" dirty="0"/>
              <a:t>Orchestrate Services:</a:t>
            </a:r>
            <a:r>
              <a:rPr lang="en-US" dirty="0"/>
              <a:t> Deploy the triage system and supporting services using Docker Compose to ensure smooth communication between the application, AI agents, and data storage components.</a:t>
            </a:r>
          </a:p>
          <a:p>
            <a:pPr algn="just"/>
            <a:r>
              <a:rPr lang="en-US" b="1" dirty="0"/>
              <a:t>Ensure Consistency:</a:t>
            </a:r>
            <a:r>
              <a:rPr lang="en-US" dirty="0"/>
              <a:t> Maintain identical development and deployment environments across the entire team using containerization and Infrastructure as Code to eliminate configuration mismatches.</a:t>
            </a:r>
          </a:p>
          <a:p>
            <a:pPr algn="just"/>
            <a:r>
              <a:rPr lang="en-US" b="1" dirty="0"/>
              <a:t>Enhance Security &amp; Scalability:</a:t>
            </a:r>
            <a:r>
              <a:rPr lang="en-US" dirty="0"/>
              <a:t> Run the AI triage system in a secure containerized environment designed for high performance, portability, and scalable deployment using modern DevOps practices.</a:t>
            </a:r>
          </a:p>
          <a:p>
            <a:endParaRPr lang="en-US" dirty="0"/>
          </a:p>
        </p:txBody>
      </p:sp>
      <p:sp>
        <p:nvSpPr>
          <p:cNvPr id="4" name="Slide Number Placeholder 3">
            <a:extLst>
              <a:ext uri="{FF2B5EF4-FFF2-40B4-BE49-F238E27FC236}">
                <a16:creationId xmlns:a16="http://schemas.microsoft.com/office/drawing/2014/main" id="{7D0BC07E-F8D5-E957-C69B-C6F12BA2937A}"/>
              </a:ext>
            </a:extLst>
          </p:cNvPr>
          <p:cNvSpPr>
            <a:spLocks noGrp="1"/>
          </p:cNvSpPr>
          <p:nvPr>
            <p:ph type="sldNum" sz="quarter" idx="4"/>
          </p:nvPr>
        </p:nvSpPr>
        <p:spPr/>
        <p:txBody>
          <a:bodyPr/>
          <a:lstStyle/>
          <a:p>
            <a:fld id="{94599A10-5031-416A-8935-40C3BCBA0AF7}" type="slidenum">
              <a:rPr lang="en-US" smtClean="0"/>
              <a:pPr/>
              <a:t>3</a:t>
            </a:fld>
            <a:endParaRPr lang="en-US" dirty="0"/>
          </a:p>
        </p:txBody>
      </p:sp>
    </p:spTree>
    <p:extLst>
      <p:ext uri="{BB962C8B-B14F-4D97-AF65-F5344CB8AC3E}">
        <p14:creationId xmlns:p14="http://schemas.microsoft.com/office/powerpoint/2010/main" val="1936670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40184"/>
            <a:ext cx="5554211" cy="1009651"/>
          </a:xfrm>
        </p:spPr>
        <p:txBody>
          <a:bodyPr>
            <a:normAutofit/>
          </a:bodyPr>
          <a:lstStyle/>
          <a:p>
            <a:r>
              <a:rPr lang="en-GB" dirty="0"/>
              <a:t>Tools and Technology</a:t>
            </a:r>
            <a:endParaRPr lang="en-IN" dirty="0"/>
          </a:p>
        </p:txBody>
      </p:sp>
      <p:sp>
        <p:nvSpPr>
          <p:cNvPr id="3" name="Content Placeholder 2"/>
          <p:cNvSpPr>
            <a:spLocks noGrp="1"/>
          </p:cNvSpPr>
          <p:nvPr>
            <p:ph idx="1"/>
          </p:nvPr>
        </p:nvSpPr>
        <p:spPr>
          <a:xfrm>
            <a:off x="704675" y="1661020"/>
            <a:ext cx="10163953" cy="3947299"/>
          </a:xfrm>
        </p:spPr>
        <p:txBody>
          <a:bodyPr>
            <a:normAutofit/>
          </a:bodyPr>
          <a:lstStyle/>
          <a:p>
            <a:pPr marL="514350" indent="-514350">
              <a:buAutoNum type="alphaUcPeriod"/>
            </a:pPr>
            <a:r>
              <a:rPr lang="en-US" b="1" u="sng" dirty="0"/>
              <a:t>Frontend (Client-Side Technologies)</a:t>
            </a:r>
            <a:r>
              <a:rPr lang="en-US" b="1" dirty="0"/>
              <a:t>:</a:t>
            </a:r>
          </a:p>
          <a:p>
            <a:pPr marL="0" indent="0">
              <a:buNone/>
            </a:pPr>
            <a:r>
              <a:rPr lang="en-US" b="1" dirty="0"/>
              <a:t> </a:t>
            </a:r>
            <a:r>
              <a:rPr lang="en-US" b="1" dirty="0" err="1"/>
              <a:t>Streamlit</a:t>
            </a:r>
            <a:r>
              <a:rPr lang="en-US" dirty="0"/>
              <a:t> – Provides an interactive web interface for submitting and           analyzing non-profit support messages.</a:t>
            </a:r>
            <a:br>
              <a:rPr lang="en-US" dirty="0"/>
            </a:br>
            <a:r>
              <a:rPr lang="en-US" b="1" dirty="0"/>
              <a:t>HTML5</a:t>
            </a:r>
            <a:r>
              <a:rPr lang="en-US" dirty="0"/>
              <a:t> – Used for structuring the web application interface.</a:t>
            </a:r>
            <a:br>
              <a:rPr lang="en-US" dirty="0"/>
            </a:br>
            <a:r>
              <a:rPr lang="en-US" b="1" dirty="0"/>
              <a:t>CSS3</a:t>
            </a:r>
            <a:r>
              <a:rPr lang="en-US" dirty="0"/>
              <a:t> – Enhances the visual appearance and layout of the user interface.</a:t>
            </a:r>
            <a:br>
              <a:rPr lang="en-US" dirty="0"/>
            </a:br>
            <a:r>
              <a:rPr lang="en-US" b="1" dirty="0"/>
              <a:t>JavaScrip</a:t>
            </a:r>
            <a:r>
              <a:rPr lang="en-US" dirty="0"/>
              <a:t>t – Adds interactivity and improves user experience within the application dashboard.</a:t>
            </a:r>
            <a:endParaRPr lang="en-US" b="1" dirty="0"/>
          </a:p>
        </p:txBody>
      </p:sp>
      <p:sp>
        <p:nvSpPr>
          <p:cNvPr id="4" name="Slide Number Placeholder 3"/>
          <p:cNvSpPr>
            <a:spLocks noGrp="1"/>
          </p:cNvSpPr>
          <p:nvPr>
            <p:ph type="sldNum" sz="quarter" idx="4"/>
          </p:nvPr>
        </p:nvSpPr>
        <p:spPr/>
        <p:txBody>
          <a:bodyPr/>
          <a:lstStyle/>
          <a:p>
            <a:fld id="{94599A10-5031-416A-8935-40C3BCBA0AF7}" type="slidenum">
              <a:rPr lang="en-US" smtClean="0"/>
              <a:pPr/>
              <a:t>4</a:t>
            </a:fld>
            <a:endParaRPr lang="en-US" dirty="0"/>
          </a:p>
        </p:txBody>
      </p:sp>
    </p:spTree>
    <p:extLst>
      <p:ext uri="{BB962C8B-B14F-4D97-AF65-F5344CB8AC3E}">
        <p14:creationId xmlns:p14="http://schemas.microsoft.com/office/powerpoint/2010/main" val="3565859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5EF4B-3FAC-7C12-7A54-FDC185F9072E}"/>
              </a:ext>
            </a:extLst>
          </p:cNvPr>
          <p:cNvSpPr>
            <a:spLocks noGrp="1"/>
          </p:cNvSpPr>
          <p:nvPr>
            <p:ph idx="1"/>
          </p:nvPr>
        </p:nvSpPr>
        <p:spPr>
          <a:xfrm>
            <a:off x="620087" y="605985"/>
            <a:ext cx="10515600" cy="5408921"/>
          </a:xfrm>
        </p:spPr>
        <p:txBody>
          <a:bodyPr>
            <a:normAutofit/>
          </a:bodyPr>
          <a:lstStyle/>
          <a:p>
            <a:pPr marL="0" indent="0">
              <a:buNone/>
            </a:pPr>
            <a:r>
              <a:rPr lang="en-US" b="1" dirty="0"/>
              <a:t>B.  </a:t>
            </a:r>
            <a:r>
              <a:rPr lang="en-US" b="1" u="sng" dirty="0"/>
              <a:t>Backend (Python-based) &amp; Database:</a:t>
            </a:r>
          </a:p>
          <a:p>
            <a:pPr marL="0" indent="0">
              <a:buNone/>
            </a:pPr>
            <a:r>
              <a:rPr lang="en-US" b="1" dirty="0"/>
              <a:t>Python</a:t>
            </a:r>
            <a:r>
              <a:rPr lang="en-US" dirty="0"/>
              <a:t> – Core programming language used for building the AI-powered triage system.</a:t>
            </a:r>
            <a:br>
              <a:rPr lang="en-US" dirty="0"/>
            </a:br>
            <a:r>
              <a:rPr lang="en-US" b="1" dirty="0" err="1"/>
              <a:t>LangChain</a:t>
            </a:r>
            <a:r>
              <a:rPr lang="en-US" dirty="0"/>
              <a:t> – Used for orchestrating AI agents and managing interactions with large language models.</a:t>
            </a:r>
            <a:br>
              <a:rPr lang="en-US" dirty="0"/>
            </a:br>
            <a:r>
              <a:rPr lang="en-US" b="1" dirty="0"/>
              <a:t>LLM APIs </a:t>
            </a:r>
            <a:r>
              <a:rPr lang="en-US" dirty="0"/>
              <a:t>– Used for message classification, entity extraction, and response generation.</a:t>
            </a:r>
            <a:br>
              <a:rPr lang="en-US" dirty="0"/>
            </a:br>
            <a:r>
              <a:rPr lang="en-US" b="1" dirty="0" err="1"/>
              <a:t>ChromaDB</a:t>
            </a:r>
            <a:r>
              <a:rPr lang="en-US" dirty="0"/>
              <a:t> – Vector database used to store embeddings and perform semantic search operations.</a:t>
            </a:r>
            <a:br>
              <a:rPr lang="en-US" dirty="0"/>
            </a:br>
            <a:r>
              <a:rPr lang="en-US" b="1" dirty="0"/>
              <a:t>Pandas</a:t>
            </a:r>
            <a:r>
              <a:rPr lang="en-US" dirty="0"/>
              <a:t> – Used for data processing, analysis, and transformation.</a:t>
            </a:r>
            <a:endParaRPr lang="en-US" b="1" u="sng" dirty="0"/>
          </a:p>
        </p:txBody>
      </p:sp>
      <p:sp>
        <p:nvSpPr>
          <p:cNvPr id="4" name="Slide Number Placeholder 3">
            <a:extLst>
              <a:ext uri="{FF2B5EF4-FFF2-40B4-BE49-F238E27FC236}">
                <a16:creationId xmlns:a16="http://schemas.microsoft.com/office/drawing/2014/main" id="{CC5D7FE1-80AE-880D-A152-635FFF9E0EC7}"/>
              </a:ext>
            </a:extLst>
          </p:cNvPr>
          <p:cNvSpPr>
            <a:spLocks noGrp="1"/>
          </p:cNvSpPr>
          <p:nvPr>
            <p:ph type="sldNum" sz="quarter" idx="4"/>
          </p:nvPr>
        </p:nvSpPr>
        <p:spPr/>
        <p:txBody>
          <a:bodyPr/>
          <a:lstStyle/>
          <a:p>
            <a:fld id="{94599A10-5031-416A-8935-40C3BCBA0AF7}" type="slidenum">
              <a:rPr lang="en-US" smtClean="0"/>
              <a:pPr/>
              <a:t>5</a:t>
            </a:fld>
            <a:endParaRPr lang="en-US" dirty="0"/>
          </a:p>
        </p:txBody>
      </p:sp>
    </p:spTree>
    <p:extLst>
      <p:ext uri="{BB962C8B-B14F-4D97-AF65-F5344CB8AC3E}">
        <p14:creationId xmlns:p14="http://schemas.microsoft.com/office/powerpoint/2010/main" val="145816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9B689-B90D-8969-0686-FE7E884BFC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AD9D29-813B-C38B-6AE6-C54853CC2DEC}"/>
              </a:ext>
            </a:extLst>
          </p:cNvPr>
          <p:cNvSpPr>
            <a:spLocks noGrp="1"/>
          </p:cNvSpPr>
          <p:nvPr>
            <p:ph idx="1"/>
          </p:nvPr>
        </p:nvSpPr>
        <p:spPr>
          <a:xfrm>
            <a:off x="620087" y="605985"/>
            <a:ext cx="10515600" cy="5408921"/>
          </a:xfrm>
        </p:spPr>
        <p:txBody>
          <a:bodyPr>
            <a:normAutofit/>
          </a:bodyPr>
          <a:lstStyle/>
          <a:p>
            <a:pPr marL="0" indent="0">
              <a:buNone/>
            </a:pPr>
            <a:r>
              <a:rPr lang="en-US" b="1" dirty="0"/>
              <a:t>C.   </a:t>
            </a:r>
            <a:r>
              <a:rPr lang="en-IN" b="1" dirty="0"/>
              <a:t>Containerization &amp; Orchestration</a:t>
            </a:r>
            <a:r>
              <a:rPr lang="en-US" b="1" u="sng" dirty="0"/>
              <a:t>:</a:t>
            </a:r>
          </a:p>
          <a:p>
            <a:pPr marL="0" indent="0">
              <a:buNone/>
            </a:pPr>
            <a:r>
              <a:rPr lang="en-US" b="1" dirty="0"/>
              <a:t>Docker </a:t>
            </a:r>
            <a:r>
              <a:rPr lang="en-US" dirty="0"/>
              <a:t>– Used to containerize the application for consistent deployment.</a:t>
            </a:r>
            <a:br>
              <a:rPr lang="en-US" dirty="0"/>
            </a:br>
            <a:r>
              <a:rPr lang="en-US" b="1" dirty="0"/>
              <a:t>Multi-Stage </a:t>
            </a:r>
            <a:r>
              <a:rPr lang="en-US" b="1" dirty="0" err="1"/>
              <a:t>Dockerfile</a:t>
            </a:r>
            <a:r>
              <a:rPr lang="en-US" b="1" dirty="0"/>
              <a:t> </a:t>
            </a:r>
            <a:r>
              <a:rPr lang="en-US" dirty="0"/>
              <a:t>– Optimizes container image size and enhances security.</a:t>
            </a:r>
            <a:br>
              <a:rPr lang="en-US" dirty="0"/>
            </a:br>
            <a:r>
              <a:rPr lang="en-US" b="1" dirty="0"/>
              <a:t>Docker Compose </a:t>
            </a:r>
            <a:r>
              <a:rPr lang="en-US" dirty="0"/>
              <a:t>– Manages multiple containers and service communication.</a:t>
            </a:r>
            <a:br>
              <a:rPr lang="en-US" dirty="0"/>
            </a:br>
            <a:r>
              <a:rPr lang="en-US" b="1" dirty="0"/>
              <a:t>Kubernetes</a:t>
            </a:r>
            <a:r>
              <a:rPr lang="en-US" dirty="0"/>
              <a:t> – Provides container orchestration and scalable deployment.</a:t>
            </a:r>
            <a:br>
              <a:rPr lang="en-US" dirty="0"/>
            </a:br>
            <a:r>
              <a:rPr lang="en-US" b="1" dirty="0"/>
              <a:t>Git &amp; GitHub </a:t>
            </a:r>
            <a:r>
              <a:rPr lang="en-US" dirty="0"/>
              <a:t>– Used for version control and collaborative development.</a:t>
            </a:r>
            <a:endParaRPr lang="en-US" b="1" u="sng" dirty="0"/>
          </a:p>
        </p:txBody>
      </p:sp>
      <p:sp>
        <p:nvSpPr>
          <p:cNvPr id="4" name="Slide Number Placeholder 3">
            <a:extLst>
              <a:ext uri="{FF2B5EF4-FFF2-40B4-BE49-F238E27FC236}">
                <a16:creationId xmlns:a16="http://schemas.microsoft.com/office/drawing/2014/main" id="{7F5186C9-9C9F-751D-2F1E-02A510D3413E}"/>
              </a:ext>
            </a:extLst>
          </p:cNvPr>
          <p:cNvSpPr>
            <a:spLocks noGrp="1"/>
          </p:cNvSpPr>
          <p:nvPr>
            <p:ph type="sldNum" sz="quarter" idx="4"/>
          </p:nvPr>
        </p:nvSpPr>
        <p:spPr/>
        <p:txBody>
          <a:bodyPr/>
          <a:lstStyle/>
          <a:p>
            <a:fld id="{94599A10-5031-416A-8935-40C3BCBA0AF7}" type="slidenum">
              <a:rPr lang="en-US" smtClean="0"/>
              <a:pPr/>
              <a:t>6</a:t>
            </a:fld>
            <a:endParaRPr lang="en-US" dirty="0"/>
          </a:p>
        </p:txBody>
      </p:sp>
    </p:spTree>
    <p:extLst>
      <p:ext uri="{BB962C8B-B14F-4D97-AF65-F5344CB8AC3E}">
        <p14:creationId xmlns:p14="http://schemas.microsoft.com/office/powerpoint/2010/main" val="286746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LLD</a:t>
            </a:r>
            <a:endParaRPr lang="en-IN" dirty="0"/>
          </a:p>
        </p:txBody>
      </p:sp>
      <p:sp>
        <p:nvSpPr>
          <p:cNvPr id="4" name="Slide Number Placeholder 3"/>
          <p:cNvSpPr>
            <a:spLocks noGrp="1"/>
          </p:cNvSpPr>
          <p:nvPr>
            <p:ph type="sldNum" sz="quarter" idx="4"/>
          </p:nvPr>
        </p:nvSpPr>
        <p:spPr/>
        <p:txBody>
          <a:bodyPr/>
          <a:lstStyle/>
          <a:p>
            <a:fld id="{94599A10-5031-416A-8935-40C3BCBA0AF7}" type="slidenum">
              <a:rPr lang="en-US" smtClean="0"/>
              <a:pPr/>
              <a:t>7</a:t>
            </a:fld>
            <a:endParaRPr lang="en-US" dirty="0"/>
          </a:p>
        </p:txBody>
      </p:sp>
      <p:sp>
        <p:nvSpPr>
          <p:cNvPr id="5" name="Content Placeholder 4">
            <a:extLst>
              <a:ext uri="{FF2B5EF4-FFF2-40B4-BE49-F238E27FC236}">
                <a16:creationId xmlns:a16="http://schemas.microsoft.com/office/drawing/2014/main" id="{39B47DE0-C97E-6632-1838-A3D1EF5F3247}"/>
              </a:ext>
            </a:extLst>
          </p:cNvPr>
          <p:cNvSpPr>
            <a:spLocks noGrp="1"/>
          </p:cNvSpPr>
          <p:nvPr>
            <p:ph idx="1"/>
          </p:nvPr>
        </p:nvSpPr>
        <p:spPr/>
        <p:txBody>
          <a:bodyPr/>
          <a:lstStyle/>
          <a:p>
            <a:endParaRPr lang="en-IN" dirty="0"/>
          </a:p>
        </p:txBody>
      </p:sp>
      <p:pic>
        <p:nvPicPr>
          <p:cNvPr id="7" name="Picture 6">
            <a:extLst>
              <a:ext uri="{FF2B5EF4-FFF2-40B4-BE49-F238E27FC236}">
                <a16:creationId xmlns:a16="http://schemas.microsoft.com/office/drawing/2014/main" id="{7ACECAA2-96D6-646F-2582-CA27922FB3E4}"/>
              </a:ext>
            </a:extLst>
          </p:cNvPr>
          <p:cNvPicPr>
            <a:picLocks noChangeAspect="1"/>
          </p:cNvPicPr>
          <p:nvPr/>
        </p:nvPicPr>
        <p:blipFill>
          <a:blip r:embed="rId3"/>
          <a:stretch>
            <a:fillRect/>
          </a:stretch>
        </p:blipFill>
        <p:spPr>
          <a:xfrm>
            <a:off x="2068286" y="743856"/>
            <a:ext cx="9171214" cy="6114143"/>
          </a:xfrm>
          <a:prstGeom prst="rect">
            <a:avLst/>
          </a:prstGeom>
        </p:spPr>
      </p:pic>
    </p:spTree>
    <p:extLst>
      <p:ext uri="{BB962C8B-B14F-4D97-AF65-F5344CB8AC3E}">
        <p14:creationId xmlns:p14="http://schemas.microsoft.com/office/powerpoint/2010/main" val="1155330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ER Diagram</a:t>
            </a:r>
            <a:endParaRPr lang="en-IN" dirty="0"/>
          </a:p>
        </p:txBody>
      </p:sp>
      <p:sp>
        <p:nvSpPr>
          <p:cNvPr id="4" name="Slide Number Placeholder 3"/>
          <p:cNvSpPr>
            <a:spLocks noGrp="1"/>
          </p:cNvSpPr>
          <p:nvPr>
            <p:ph type="sldNum" sz="quarter" idx="4"/>
          </p:nvPr>
        </p:nvSpPr>
        <p:spPr/>
        <p:txBody>
          <a:bodyPr/>
          <a:lstStyle/>
          <a:p>
            <a:fld id="{94599A10-5031-416A-8935-40C3BCBA0AF7}" type="slidenum">
              <a:rPr lang="en-US" smtClean="0"/>
              <a:pPr/>
              <a:t>8</a:t>
            </a:fld>
            <a:endParaRPr lang="en-US" dirty="0"/>
          </a:p>
        </p:txBody>
      </p:sp>
      <p:sp>
        <p:nvSpPr>
          <p:cNvPr id="5" name="AutoShape 2">
            <a:extLst>
              <a:ext uri="{FF2B5EF4-FFF2-40B4-BE49-F238E27FC236}">
                <a16:creationId xmlns:a16="http://schemas.microsoft.com/office/drawing/2014/main" id="{36F6AA1D-F611-B07D-3EBC-7ECFE909BCD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63121D74-BE69-E3E1-623B-EAD3A2A588E2}"/>
              </a:ext>
            </a:extLst>
          </p:cNvPr>
          <p:cNvPicPr>
            <a:picLocks noChangeAspect="1"/>
          </p:cNvPicPr>
          <p:nvPr/>
        </p:nvPicPr>
        <p:blipFill>
          <a:blip r:embed="rId2"/>
          <a:srcRect l="-1111" r="-1"/>
          <a:stretch>
            <a:fillRect/>
          </a:stretch>
        </p:blipFill>
        <p:spPr>
          <a:xfrm>
            <a:off x="2547257" y="803868"/>
            <a:ext cx="7962900" cy="5250264"/>
          </a:xfrm>
          <a:prstGeom prst="rect">
            <a:avLst/>
          </a:prstGeom>
        </p:spPr>
      </p:pic>
    </p:spTree>
    <p:extLst>
      <p:ext uri="{BB962C8B-B14F-4D97-AF65-F5344CB8AC3E}">
        <p14:creationId xmlns:p14="http://schemas.microsoft.com/office/powerpoint/2010/main" val="2500020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84354-A462-AF6C-899D-7C95B1195621}"/>
              </a:ext>
            </a:extLst>
          </p:cNvPr>
          <p:cNvSpPr>
            <a:spLocks noGrp="1"/>
          </p:cNvSpPr>
          <p:nvPr>
            <p:ph type="title"/>
          </p:nvPr>
        </p:nvSpPr>
        <p:spPr/>
        <p:txBody>
          <a:bodyPr/>
          <a:lstStyle/>
          <a:p>
            <a:r>
              <a:rPr lang="en-IN" dirty="0"/>
              <a:t>Snapshots</a:t>
            </a:r>
          </a:p>
        </p:txBody>
      </p:sp>
      <p:sp>
        <p:nvSpPr>
          <p:cNvPr id="4" name="Slide Number Placeholder 3">
            <a:extLst>
              <a:ext uri="{FF2B5EF4-FFF2-40B4-BE49-F238E27FC236}">
                <a16:creationId xmlns:a16="http://schemas.microsoft.com/office/drawing/2014/main" id="{58F2595A-4063-4387-43F8-D7CBEF23793B}"/>
              </a:ext>
            </a:extLst>
          </p:cNvPr>
          <p:cNvSpPr>
            <a:spLocks noGrp="1"/>
          </p:cNvSpPr>
          <p:nvPr>
            <p:ph type="sldNum" sz="quarter" idx="4"/>
          </p:nvPr>
        </p:nvSpPr>
        <p:spPr/>
        <p:txBody>
          <a:bodyPr/>
          <a:lstStyle/>
          <a:p>
            <a:fld id="{94599A10-5031-416A-8935-40C3BCBA0AF7}" type="slidenum">
              <a:rPr lang="en-US" smtClean="0"/>
              <a:pPr/>
              <a:t>9</a:t>
            </a:fld>
            <a:endParaRPr lang="en-US" dirty="0"/>
          </a:p>
        </p:txBody>
      </p:sp>
      <p:pic>
        <p:nvPicPr>
          <p:cNvPr id="8" name="Picture 7">
            <a:extLst>
              <a:ext uri="{FF2B5EF4-FFF2-40B4-BE49-F238E27FC236}">
                <a16:creationId xmlns:a16="http://schemas.microsoft.com/office/drawing/2014/main" id="{D2B0036E-9416-DB51-2EFA-DCE23AB35C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587" y="1432560"/>
            <a:ext cx="10766323" cy="4737100"/>
          </a:xfrm>
          <a:prstGeom prst="rect">
            <a:avLst/>
          </a:prstGeom>
        </p:spPr>
      </p:pic>
    </p:spTree>
    <p:extLst>
      <p:ext uri="{BB962C8B-B14F-4D97-AF65-F5344CB8AC3E}">
        <p14:creationId xmlns:p14="http://schemas.microsoft.com/office/powerpoint/2010/main" val="1625392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A5DC5-299A-4110-BA5B-604B39694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ACA3E-F4AA-A329-21C8-67ADF6EBE939}"/>
              </a:ext>
            </a:extLst>
          </p:cNvPr>
          <p:cNvSpPr>
            <a:spLocks noGrp="1"/>
          </p:cNvSpPr>
          <p:nvPr>
            <p:ph type="title"/>
          </p:nvPr>
        </p:nvSpPr>
        <p:spPr/>
        <p:txBody>
          <a:bodyPr/>
          <a:lstStyle/>
          <a:p>
            <a:r>
              <a:rPr lang="en-IN" dirty="0"/>
              <a:t>Snapshots</a:t>
            </a:r>
          </a:p>
        </p:txBody>
      </p:sp>
      <p:sp>
        <p:nvSpPr>
          <p:cNvPr id="4" name="Slide Number Placeholder 3">
            <a:extLst>
              <a:ext uri="{FF2B5EF4-FFF2-40B4-BE49-F238E27FC236}">
                <a16:creationId xmlns:a16="http://schemas.microsoft.com/office/drawing/2014/main" id="{AEF97035-69E5-5199-BF17-BD9AAA869172}"/>
              </a:ext>
            </a:extLst>
          </p:cNvPr>
          <p:cNvSpPr>
            <a:spLocks noGrp="1"/>
          </p:cNvSpPr>
          <p:nvPr>
            <p:ph type="sldNum" sz="quarter" idx="4"/>
          </p:nvPr>
        </p:nvSpPr>
        <p:spPr/>
        <p:txBody>
          <a:bodyPr/>
          <a:lstStyle/>
          <a:p>
            <a:fld id="{94599A10-5031-416A-8935-40C3BCBA0AF7}" type="slidenum">
              <a:rPr lang="en-US" smtClean="0"/>
              <a:pPr/>
              <a:t>10</a:t>
            </a:fld>
            <a:endParaRPr lang="en-US" dirty="0"/>
          </a:p>
        </p:txBody>
      </p:sp>
      <p:pic>
        <p:nvPicPr>
          <p:cNvPr id="6" name="Picture 5">
            <a:extLst>
              <a:ext uri="{FF2B5EF4-FFF2-40B4-BE49-F238E27FC236}">
                <a16:creationId xmlns:a16="http://schemas.microsoft.com/office/drawing/2014/main" id="{92B407C4-7481-DDCD-5636-DABDC7D3B3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090" y="1514168"/>
            <a:ext cx="11120284" cy="4473677"/>
          </a:xfrm>
          <a:prstGeom prst="rect">
            <a:avLst/>
          </a:prstGeom>
        </p:spPr>
      </p:pic>
    </p:spTree>
    <p:extLst>
      <p:ext uri="{BB962C8B-B14F-4D97-AF65-F5344CB8AC3E}">
        <p14:creationId xmlns:p14="http://schemas.microsoft.com/office/powerpoint/2010/main" val="3924750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A4220-A1AA-9398-B5E9-20D91D43B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87999-6921-DFF9-FAE1-B8B2C0767A2C}"/>
              </a:ext>
            </a:extLst>
          </p:cNvPr>
          <p:cNvSpPr>
            <a:spLocks noGrp="1"/>
          </p:cNvSpPr>
          <p:nvPr>
            <p:ph type="title"/>
          </p:nvPr>
        </p:nvSpPr>
        <p:spPr/>
        <p:txBody>
          <a:bodyPr/>
          <a:lstStyle/>
          <a:p>
            <a:r>
              <a:rPr lang="en-IN" dirty="0"/>
              <a:t>Snapshots</a:t>
            </a:r>
          </a:p>
        </p:txBody>
      </p:sp>
      <p:sp>
        <p:nvSpPr>
          <p:cNvPr id="4" name="Slide Number Placeholder 3">
            <a:extLst>
              <a:ext uri="{FF2B5EF4-FFF2-40B4-BE49-F238E27FC236}">
                <a16:creationId xmlns:a16="http://schemas.microsoft.com/office/drawing/2014/main" id="{91336679-46C8-786F-2932-1530A0B968B9}"/>
              </a:ext>
            </a:extLst>
          </p:cNvPr>
          <p:cNvSpPr>
            <a:spLocks noGrp="1"/>
          </p:cNvSpPr>
          <p:nvPr>
            <p:ph type="sldNum" sz="quarter" idx="4"/>
          </p:nvPr>
        </p:nvSpPr>
        <p:spPr/>
        <p:txBody>
          <a:bodyPr/>
          <a:lstStyle/>
          <a:p>
            <a:fld id="{94599A10-5031-416A-8935-40C3BCBA0AF7}" type="slidenum">
              <a:rPr lang="en-US" smtClean="0"/>
              <a:pPr/>
              <a:t>11</a:t>
            </a:fld>
            <a:endParaRPr lang="en-US" dirty="0"/>
          </a:p>
        </p:txBody>
      </p:sp>
      <p:pic>
        <p:nvPicPr>
          <p:cNvPr id="8" name="Picture 7">
            <a:extLst>
              <a:ext uri="{FF2B5EF4-FFF2-40B4-BE49-F238E27FC236}">
                <a16:creationId xmlns:a16="http://schemas.microsoft.com/office/drawing/2014/main" id="{E3CB3D52-AF15-3499-E7CF-1CE327E1B0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 y="1503680"/>
            <a:ext cx="11353800" cy="4618990"/>
          </a:xfrm>
          <a:prstGeom prst="rect">
            <a:avLst/>
          </a:prstGeom>
        </p:spPr>
      </p:pic>
    </p:spTree>
    <p:extLst>
      <p:ext uri="{BB962C8B-B14F-4D97-AF65-F5344CB8AC3E}">
        <p14:creationId xmlns:p14="http://schemas.microsoft.com/office/powerpoint/2010/main" val="2648613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3426D-A906-17D4-7F00-1725894B6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3DCB5-2836-5256-5727-73638ECD01EE}"/>
              </a:ext>
            </a:extLst>
          </p:cNvPr>
          <p:cNvSpPr>
            <a:spLocks noGrp="1"/>
          </p:cNvSpPr>
          <p:nvPr>
            <p:ph type="title"/>
          </p:nvPr>
        </p:nvSpPr>
        <p:spPr/>
        <p:txBody>
          <a:bodyPr/>
          <a:lstStyle/>
          <a:p>
            <a:r>
              <a:rPr lang="en-IN" dirty="0"/>
              <a:t>Snapshots</a:t>
            </a:r>
          </a:p>
        </p:txBody>
      </p:sp>
      <p:sp>
        <p:nvSpPr>
          <p:cNvPr id="4" name="Slide Number Placeholder 3">
            <a:extLst>
              <a:ext uri="{FF2B5EF4-FFF2-40B4-BE49-F238E27FC236}">
                <a16:creationId xmlns:a16="http://schemas.microsoft.com/office/drawing/2014/main" id="{3FA837EE-70BC-A9A8-4D48-77BC6082A7F6}"/>
              </a:ext>
            </a:extLst>
          </p:cNvPr>
          <p:cNvSpPr>
            <a:spLocks noGrp="1"/>
          </p:cNvSpPr>
          <p:nvPr>
            <p:ph type="sldNum" sz="quarter" idx="4"/>
          </p:nvPr>
        </p:nvSpPr>
        <p:spPr/>
        <p:txBody>
          <a:bodyPr/>
          <a:lstStyle/>
          <a:p>
            <a:fld id="{94599A10-5031-416A-8935-40C3BCBA0AF7}" type="slidenum">
              <a:rPr lang="en-US" smtClean="0"/>
              <a:pPr/>
              <a:t>12</a:t>
            </a:fld>
            <a:endParaRPr lang="en-US" dirty="0"/>
          </a:p>
        </p:txBody>
      </p:sp>
      <p:pic>
        <p:nvPicPr>
          <p:cNvPr id="5" name="Picture 4">
            <a:extLst>
              <a:ext uri="{FF2B5EF4-FFF2-40B4-BE49-F238E27FC236}">
                <a16:creationId xmlns:a16="http://schemas.microsoft.com/office/drawing/2014/main" id="{1C803F44-FAB4-5E0E-5641-C557EFEDE9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497" y="1452880"/>
            <a:ext cx="10861040" cy="4587240"/>
          </a:xfrm>
          <a:prstGeom prst="rect">
            <a:avLst/>
          </a:prstGeom>
        </p:spPr>
      </p:pic>
    </p:spTree>
    <p:extLst>
      <p:ext uri="{BB962C8B-B14F-4D97-AF65-F5344CB8AC3E}">
        <p14:creationId xmlns:p14="http://schemas.microsoft.com/office/powerpoint/2010/main" val="1942707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C4A15-A17F-073E-FFED-C4E110B86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588A78-EB61-A14C-D3B9-3D295297BC50}"/>
              </a:ext>
            </a:extLst>
          </p:cNvPr>
          <p:cNvSpPr>
            <a:spLocks noGrp="1"/>
          </p:cNvSpPr>
          <p:nvPr>
            <p:ph type="title"/>
          </p:nvPr>
        </p:nvSpPr>
        <p:spPr/>
        <p:txBody>
          <a:bodyPr/>
          <a:lstStyle/>
          <a:p>
            <a:r>
              <a:rPr lang="en-IN" dirty="0"/>
              <a:t>Snapshots</a:t>
            </a:r>
          </a:p>
        </p:txBody>
      </p:sp>
      <p:sp>
        <p:nvSpPr>
          <p:cNvPr id="4" name="Slide Number Placeholder 3">
            <a:extLst>
              <a:ext uri="{FF2B5EF4-FFF2-40B4-BE49-F238E27FC236}">
                <a16:creationId xmlns:a16="http://schemas.microsoft.com/office/drawing/2014/main" id="{F3704CF4-7B4D-ADD8-E30F-22E04D3269CB}"/>
              </a:ext>
            </a:extLst>
          </p:cNvPr>
          <p:cNvSpPr>
            <a:spLocks noGrp="1"/>
          </p:cNvSpPr>
          <p:nvPr>
            <p:ph type="sldNum" sz="quarter" idx="4"/>
          </p:nvPr>
        </p:nvSpPr>
        <p:spPr/>
        <p:txBody>
          <a:bodyPr/>
          <a:lstStyle/>
          <a:p>
            <a:fld id="{94599A10-5031-416A-8935-40C3BCBA0AF7}" type="slidenum">
              <a:rPr lang="en-US" smtClean="0"/>
              <a:pPr/>
              <a:t>13</a:t>
            </a:fld>
            <a:endParaRPr lang="en-US" dirty="0"/>
          </a:p>
        </p:txBody>
      </p:sp>
      <p:pic>
        <p:nvPicPr>
          <p:cNvPr id="6" name="Picture 5">
            <a:extLst>
              <a:ext uri="{FF2B5EF4-FFF2-40B4-BE49-F238E27FC236}">
                <a16:creationId xmlns:a16="http://schemas.microsoft.com/office/drawing/2014/main" id="{255B275A-B5E0-CF96-B271-D4302F758D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5184" y="956220"/>
            <a:ext cx="4282404" cy="5247936"/>
          </a:xfrm>
          <a:prstGeom prst="rect">
            <a:avLst/>
          </a:prstGeom>
        </p:spPr>
      </p:pic>
    </p:spTree>
    <p:extLst>
      <p:ext uri="{BB962C8B-B14F-4D97-AF65-F5344CB8AC3E}">
        <p14:creationId xmlns:p14="http://schemas.microsoft.com/office/powerpoint/2010/main" val="1398926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9073" y="2523404"/>
            <a:ext cx="2532102" cy="905596"/>
          </a:xfrm>
        </p:spPr>
        <p:txBody>
          <a:bodyPr>
            <a:normAutofit/>
          </a:bodyPr>
          <a:lstStyle/>
          <a:p>
            <a:r>
              <a:rPr lang="en-GB" dirty="0"/>
              <a:t>Thank You</a:t>
            </a:r>
            <a:endParaRPr lang="en-IN" dirty="0"/>
          </a:p>
        </p:txBody>
      </p:sp>
      <p:sp>
        <p:nvSpPr>
          <p:cNvPr id="4" name="Slide Number Placeholder 3"/>
          <p:cNvSpPr>
            <a:spLocks noGrp="1"/>
          </p:cNvSpPr>
          <p:nvPr>
            <p:ph type="sldNum" sz="quarter" idx="4"/>
          </p:nvPr>
        </p:nvSpPr>
        <p:spPr/>
        <p:txBody>
          <a:bodyPr/>
          <a:lstStyle/>
          <a:p>
            <a:fld id="{94599A10-5031-416A-8935-40C3BCBA0AF7}" type="slidenum">
              <a:rPr lang="en-US" smtClean="0"/>
              <a:pPr/>
              <a:t>14</a:t>
            </a:fld>
            <a:endParaRPr lang="en-US" dirty="0"/>
          </a:p>
        </p:txBody>
      </p:sp>
    </p:spTree>
    <p:extLst>
      <p:ext uri="{BB962C8B-B14F-4D97-AF65-F5344CB8AC3E}">
        <p14:creationId xmlns:p14="http://schemas.microsoft.com/office/powerpoint/2010/main" val="2839227641"/>
      </p:ext>
    </p:extLst>
  </p:cSld>
  <p:clrMapOvr>
    <a:masterClrMapping/>
  </p:clrMapOvr>
</p:sld>
</file>

<file path=ppt/theme/theme1.xml><?xml version="1.0" encoding="utf-8"?>
<a:theme xmlns:a="http://schemas.openxmlformats.org/drawingml/2006/main" name="Office Theme">
  <a:themeElements>
    <a:clrScheme name="Custom 5">
      <a:dk1>
        <a:srgbClr val="000000"/>
      </a:dk1>
      <a:lt1>
        <a:sysClr val="window" lastClr="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Medicaps">
      <a:majorFont>
        <a:latin typeface="Metropolis Semi Bold"/>
        <a:ea typeface=""/>
        <a:cs typeface=""/>
      </a:majorFont>
      <a:minorFont>
        <a:latin typeface="Metropoli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617A8B78-F622-4C57-A45F-FE0E80141807}" vid="{1E4079A0-7BD4-493D-B6C3-8779881B8C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MU PPT template</Template>
  <TotalTime>2227</TotalTime>
  <Words>540</Words>
  <Application>Microsoft Office PowerPoint</Application>
  <PresentationFormat>Widescreen</PresentationFormat>
  <Paragraphs>49</Paragraphs>
  <Slides>14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Metropolis</vt:lpstr>
      <vt:lpstr>Metropolis Semi Bold</vt:lpstr>
      <vt:lpstr>Wingdings</vt:lpstr>
      <vt:lpstr>Zilla Slab</vt:lpstr>
      <vt:lpstr>Office Theme</vt:lpstr>
      <vt:lpstr> Automated Infrastructure Provisioning and Containerized deployment of an AI-Based Non-Profit Support Triage Agent</vt:lpstr>
      <vt:lpstr>Description  </vt:lpstr>
      <vt:lpstr>PowerPoint Presentation</vt:lpstr>
      <vt:lpstr>Tools and Technology</vt:lpstr>
      <vt:lpstr>PowerPoint Presentation</vt:lpstr>
      <vt:lpstr>PowerPoint Presentation</vt:lpstr>
      <vt:lpstr>LLD</vt:lpstr>
      <vt:lpstr>ER Diagram</vt:lpstr>
      <vt:lpstr>Snapshots</vt:lpstr>
      <vt:lpstr>Snapshots</vt:lpstr>
      <vt:lpstr>Snapshots</vt:lpstr>
      <vt:lpstr>Snapshots</vt:lpstr>
      <vt:lpstr>Snapshots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Faculty Induction Programme</dc:title>
  <dc:creator>Lenovo</dc:creator>
  <cp:lastModifiedBy>Neha Tamboli</cp:lastModifiedBy>
  <cp:revision>109</cp:revision>
  <dcterms:created xsi:type="dcterms:W3CDTF">2025-07-31T10:20:55Z</dcterms:created>
  <dcterms:modified xsi:type="dcterms:W3CDTF">2026-03-16T16:08:36Z</dcterms:modified>
</cp:coreProperties>
</file>